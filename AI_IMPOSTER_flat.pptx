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0D422C-64F5-4203-AF1B-FE52B622D49F}" v="26" dt="2026-09-23T16:50:34.2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RA BALAKRISHNAN" userId="27e475c47cad5537" providerId="LiveId" clId="{FAD3D8F1-7BB3-4C4B-B54E-9C83C6CCDADE}"/>
    <pc:docChg chg="modSld">
      <pc:chgData name="AKSHARA BALAKRISHNAN" userId="27e475c47cad5537" providerId="LiveId" clId="{FAD3D8F1-7BB3-4C4B-B54E-9C83C6CCDADE}" dt="2026-09-23T16:50:34.252" v="25"/>
      <pc:docMkLst>
        <pc:docMk/>
      </pc:docMkLst>
      <pc:sldChg chg="modTransition">
        <pc:chgData name="AKSHARA BALAKRISHNAN" userId="27e475c47cad5537" providerId="LiveId" clId="{FAD3D8F1-7BB3-4C4B-B54E-9C83C6CCDADE}" dt="2026-09-23T16:50:34.252" v="25"/>
        <pc:sldMkLst>
          <pc:docMk/>
          <pc:sldMk cId="0" sldId="256"/>
        </pc:sldMkLst>
      </pc:sldChg>
      <pc:sldChg chg="modTransition">
        <pc:chgData name="AKSHARA BALAKRISHNAN" userId="27e475c47cad5537" providerId="LiveId" clId="{FAD3D8F1-7BB3-4C4B-B54E-9C83C6CCDADE}" dt="2026-09-23T16:50:25.080" v="24"/>
        <pc:sldMkLst>
          <pc:docMk/>
          <pc:sldMk cId="0" sldId="257"/>
        </pc:sldMkLst>
      </pc:sldChg>
      <pc:sldChg chg="modTransition">
        <pc:chgData name="AKSHARA BALAKRISHNAN" userId="27e475c47cad5537" providerId="LiveId" clId="{FAD3D8F1-7BB3-4C4B-B54E-9C83C6CCDADE}" dt="2026-09-23T16:50:21.813" v="23"/>
        <pc:sldMkLst>
          <pc:docMk/>
          <pc:sldMk cId="0" sldId="258"/>
        </pc:sldMkLst>
      </pc:sldChg>
      <pc:sldChg chg="modTransition">
        <pc:chgData name="AKSHARA BALAKRISHNAN" userId="27e475c47cad5537" providerId="LiveId" clId="{FAD3D8F1-7BB3-4C4B-B54E-9C83C6CCDADE}" dt="2026-09-23T16:50:14.832" v="22"/>
        <pc:sldMkLst>
          <pc:docMk/>
          <pc:sldMk cId="0" sldId="259"/>
        </pc:sldMkLst>
      </pc:sldChg>
      <pc:sldChg chg="modTransition">
        <pc:chgData name="AKSHARA BALAKRISHNAN" userId="27e475c47cad5537" providerId="LiveId" clId="{FAD3D8F1-7BB3-4C4B-B54E-9C83C6CCDADE}" dt="2026-09-23T16:50:11.585" v="21"/>
        <pc:sldMkLst>
          <pc:docMk/>
          <pc:sldMk cId="0" sldId="260"/>
        </pc:sldMkLst>
      </pc:sldChg>
      <pc:sldChg chg="modTransition">
        <pc:chgData name="AKSHARA BALAKRISHNAN" userId="27e475c47cad5537" providerId="LiveId" clId="{FAD3D8F1-7BB3-4C4B-B54E-9C83C6CCDADE}" dt="2026-09-23T16:50:07.222" v="20"/>
        <pc:sldMkLst>
          <pc:docMk/>
          <pc:sldMk cId="0" sldId="261"/>
        </pc:sldMkLst>
      </pc:sldChg>
      <pc:sldChg chg="modTransition">
        <pc:chgData name="AKSHARA BALAKRISHNAN" userId="27e475c47cad5537" providerId="LiveId" clId="{FAD3D8F1-7BB3-4C4B-B54E-9C83C6CCDADE}" dt="2026-09-23T16:50:02.211" v="19"/>
        <pc:sldMkLst>
          <pc:docMk/>
          <pc:sldMk cId="0" sldId="262"/>
        </pc:sldMkLst>
      </pc:sldChg>
      <pc:sldChg chg="modTransition">
        <pc:chgData name="AKSHARA BALAKRISHNAN" userId="27e475c47cad5537" providerId="LiveId" clId="{FAD3D8F1-7BB3-4C4B-B54E-9C83C6CCDADE}" dt="2026-09-23T16:49:56.111" v="18"/>
        <pc:sldMkLst>
          <pc:docMk/>
          <pc:sldMk cId="0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8753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Imposter + One</dc:title>
  <dc:subject>PptxGenJS Presentation</dc:subject>
  <dc:creator>PptxGenJS</dc:creator>
  <cp:lastModifiedBy>AKSHARA BALAKRISHNAN</cp:lastModifiedBy>
  <cp:revision>1</cp:revision>
  <dcterms:created xsi:type="dcterms:W3CDTF">2026-09-23T16:45:50Z</dcterms:created>
  <dcterms:modified xsi:type="dcterms:W3CDTF">2026-09-23T16:50:34Z</dcterms:modified>
</cp:coreProperties>
</file>